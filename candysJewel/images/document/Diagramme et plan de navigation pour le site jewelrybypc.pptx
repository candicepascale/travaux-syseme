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embeddedFontLst>
    <p:embeddedFont>
      <p:font typeface="Average" panose="020B0604020202020204" charset="0"/>
      <p:regular r:id="rId6"/>
    </p:embeddedFont>
    <p:embeddedFont>
      <p:font typeface="Oswald" panose="00000500000000000000" pitchFamily="2" charset="0"/>
      <p:regular r:id="rId7"/>
      <p:bold r:id="rId8"/>
    </p:embeddedFont>
    <p:embeddedFont>
      <p:font typeface="Questrial" pitchFamily="2" charset="0"/>
      <p:regular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47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BC212E-09F5-420B-A4EE-06BF0CB3AD50}" v="14" dt="2023-09-26T15:15:23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scale Candice Ngouekamg Talla" userId="2fe78abc-e359-4d08-af97-be88a0edcb6a" providerId="ADAL" clId="{74BC212E-09F5-420B-A4EE-06BF0CB3AD50}"/>
    <pc:docChg chg="modSld modMainMaster">
      <pc:chgData name="Pascale Candice Ngouekamg Talla" userId="2fe78abc-e359-4d08-af97-be88a0edcb6a" providerId="ADAL" clId="{74BC212E-09F5-420B-A4EE-06BF0CB3AD50}" dt="2023-09-26T15:36:38.266" v="166" actId="20577"/>
      <pc:docMkLst>
        <pc:docMk/>
      </pc:docMkLst>
      <pc:sldChg chg="modSp mod">
        <pc:chgData name="Pascale Candice Ngouekamg Talla" userId="2fe78abc-e359-4d08-af97-be88a0edcb6a" providerId="ADAL" clId="{74BC212E-09F5-420B-A4EE-06BF0CB3AD50}" dt="2023-09-21T03:14:13.980" v="154" actId="113"/>
        <pc:sldMkLst>
          <pc:docMk/>
          <pc:sldMk cId="0" sldId="256"/>
        </pc:sldMkLst>
        <pc:spChg chg="mod">
          <ac:chgData name="Pascale Candice Ngouekamg Talla" userId="2fe78abc-e359-4d08-af97-be88a0edcb6a" providerId="ADAL" clId="{74BC212E-09F5-420B-A4EE-06BF0CB3AD50}" dt="2023-09-21T03:14:13.980" v="154" actId="113"/>
          <ac:spMkLst>
            <pc:docMk/>
            <pc:sldMk cId="0" sldId="256"/>
            <ac:spMk id="60" creationId="{00000000-0000-0000-0000-000000000000}"/>
          </ac:spMkLst>
        </pc:spChg>
      </pc:sldChg>
      <pc:sldChg chg="modSp mod">
        <pc:chgData name="Pascale Candice Ngouekamg Talla" userId="2fe78abc-e359-4d08-af97-be88a0edcb6a" providerId="ADAL" clId="{74BC212E-09F5-420B-A4EE-06BF0CB3AD50}" dt="2023-09-21T01:57:49.230" v="151" actId="1076"/>
        <pc:sldMkLst>
          <pc:docMk/>
          <pc:sldMk cId="0" sldId="257"/>
        </pc:sldMkLst>
        <pc:spChg chg="mod">
          <ac:chgData name="Pascale Candice Ngouekamg Talla" userId="2fe78abc-e359-4d08-af97-be88a0edcb6a" providerId="ADAL" clId="{74BC212E-09F5-420B-A4EE-06BF0CB3AD50}" dt="2023-08-28T00:20:22.657" v="48" actId="122"/>
          <ac:spMkLst>
            <pc:docMk/>
            <pc:sldMk cId="0" sldId="257"/>
            <ac:spMk id="65" creationId="{00000000-0000-0000-0000-000000000000}"/>
          </ac:spMkLst>
        </pc:spChg>
        <pc:spChg chg="mod">
          <ac:chgData name="Pascale Candice Ngouekamg Talla" userId="2fe78abc-e359-4d08-af97-be88a0edcb6a" providerId="ADAL" clId="{74BC212E-09F5-420B-A4EE-06BF0CB3AD50}" dt="2023-09-13T04:36:48.392" v="73" actId="20577"/>
          <ac:spMkLst>
            <pc:docMk/>
            <pc:sldMk cId="0" sldId="257"/>
            <ac:spMk id="89" creationId="{00000000-0000-0000-0000-000000000000}"/>
          </ac:spMkLst>
        </pc:spChg>
        <pc:spChg chg="mod">
          <ac:chgData name="Pascale Candice Ngouekamg Talla" userId="2fe78abc-e359-4d08-af97-be88a0edcb6a" providerId="ADAL" clId="{74BC212E-09F5-420B-A4EE-06BF0CB3AD50}" dt="2023-09-13T04:37:23.999" v="91" actId="20577"/>
          <ac:spMkLst>
            <pc:docMk/>
            <pc:sldMk cId="0" sldId="257"/>
            <ac:spMk id="92" creationId="{00000000-0000-0000-0000-000000000000}"/>
          </ac:spMkLst>
        </pc:spChg>
        <pc:spChg chg="mod">
          <ac:chgData name="Pascale Candice Ngouekamg Talla" userId="2fe78abc-e359-4d08-af97-be88a0edcb6a" providerId="ADAL" clId="{74BC212E-09F5-420B-A4EE-06BF0CB3AD50}" dt="2023-09-13T04:37:29.723" v="94" actId="20577"/>
          <ac:spMkLst>
            <pc:docMk/>
            <pc:sldMk cId="0" sldId="257"/>
            <ac:spMk id="95" creationId="{00000000-0000-0000-0000-000000000000}"/>
          </ac:spMkLst>
        </pc:spChg>
        <pc:spChg chg="mod">
          <ac:chgData name="Pascale Candice Ngouekamg Talla" userId="2fe78abc-e359-4d08-af97-be88a0edcb6a" providerId="ADAL" clId="{74BC212E-09F5-420B-A4EE-06BF0CB3AD50}" dt="2023-08-28T00:20:03.837" v="44" actId="20577"/>
          <ac:spMkLst>
            <pc:docMk/>
            <pc:sldMk cId="0" sldId="257"/>
            <ac:spMk id="114" creationId="{00000000-0000-0000-0000-000000000000}"/>
          </ac:spMkLst>
        </pc:spChg>
        <pc:grpChg chg="mod">
          <ac:chgData name="Pascale Candice Ngouekamg Talla" userId="2fe78abc-e359-4d08-af97-be88a0edcb6a" providerId="ADAL" clId="{74BC212E-09F5-420B-A4EE-06BF0CB3AD50}" dt="2023-09-21T01:57:49.230" v="151" actId="1076"/>
          <ac:grpSpMkLst>
            <pc:docMk/>
            <pc:sldMk cId="0" sldId="257"/>
            <ac:grpSpMk id="4" creationId="{00000000-0000-0000-0000-000000000000}"/>
          </ac:grpSpMkLst>
        </pc:grpChg>
      </pc:sldChg>
      <pc:sldChg chg="modSp mod">
        <pc:chgData name="Pascale Candice Ngouekamg Talla" userId="2fe78abc-e359-4d08-af97-be88a0edcb6a" providerId="ADAL" clId="{74BC212E-09F5-420B-A4EE-06BF0CB3AD50}" dt="2023-09-26T15:36:38.266" v="166" actId="20577"/>
        <pc:sldMkLst>
          <pc:docMk/>
          <pc:sldMk cId="0" sldId="258"/>
        </pc:sldMkLst>
        <pc:spChg chg="mod">
          <ac:chgData name="Pascale Candice Ngouekamg Talla" userId="2fe78abc-e359-4d08-af97-be88a0edcb6a" providerId="ADAL" clId="{74BC212E-09F5-420B-A4EE-06BF0CB3AD50}" dt="2023-08-28T00:21:08.338" v="63" actId="122"/>
          <ac:spMkLst>
            <pc:docMk/>
            <pc:sldMk cId="0" sldId="258"/>
            <ac:spMk id="119" creationId="{00000000-0000-0000-0000-000000000000}"/>
          </ac:spMkLst>
        </pc:spChg>
        <pc:spChg chg="mod">
          <ac:chgData name="Pascale Candice Ngouekamg Talla" userId="2fe78abc-e359-4d08-af97-be88a0edcb6a" providerId="ADAL" clId="{74BC212E-09F5-420B-A4EE-06BF0CB3AD50}" dt="2023-09-26T15:36:38.266" v="166" actId="20577"/>
          <ac:spMkLst>
            <pc:docMk/>
            <pc:sldMk cId="0" sldId="258"/>
            <ac:spMk id="120" creationId="{00000000-0000-0000-0000-000000000000}"/>
          </ac:spMkLst>
        </pc:spChg>
      </pc:sldChg>
      <pc:sldMasterChg chg="setBg modSldLayout">
        <pc:chgData name="Pascale Candice Ngouekamg Talla" userId="2fe78abc-e359-4d08-af97-be88a0edcb6a" providerId="ADAL" clId="{74BC212E-09F5-420B-A4EE-06BF0CB3AD50}" dt="2023-09-21T05:39:58.835" v="158"/>
        <pc:sldMasterMkLst>
          <pc:docMk/>
          <pc:sldMasterMk cId="0" sldId="2147483659"/>
        </pc:sldMasterMkLst>
        <pc:sldLayoutChg chg="setBg">
          <pc:chgData name="Pascale Candice Ngouekamg Talla" userId="2fe78abc-e359-4d08-af97-be88a0edcb6a" providerId="ADAL" clId="{74BC212E-09F5-420B-A4EE-06BF0CB3AD50}" dt="2023-09-21T05:39:44.253" v="157"/>
          <pc:sldLayoutMkLst>
            <pc:docMk/>
            <pc:sldMasterMk cId="0" sldId="2147483659"/>
            <pc:sldLayoutMk cId="0" sldId="214748365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f29f5208c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f29f5208c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f29f5208c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f29f5208c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ewelrybypc.com/categories/hommes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jewelrybypc.com/contact/" TargetMode="External"/><Relationship Id="rId5" Type="http://schemas.openxmlformats.org/officeDocument/2006/relationships/hyperlink" Target="http://www.jewelrybypc.com/espace-membre/" TargetMode="External"/><Relationship Id="rId4" Type="http://schemas.openxmlformats.org/officeDocument/2006/relationships/hyperlink" Target="http://www.jewelrybypc.com/categories/enfant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Diagramme et plan de navigation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dirty="0"/>
              <a:t>P</a:t>
            </a:r>
            <a:r>
              <a:rPr lang="fr" dirty="0"/>
              <a:t>our la page </a:t>
            </a:r>
            <a:r>
              <a:rPr lang="fr" b="1" dirty="0"/>
              <a:t>JEWELRYBYPC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Diagramme de navigation</a:t>
            </a:r>
            <a:endParaRPr dirty="0"/>
          </a:p>
        </p:txBody>
      </p:sp>
      <p:sp>
        <p:nvSpPr>
          <p:cNvPr id="114" name="Google Shape;114;p14"/>
          <p:cNvSpPr txBox="1"/>
          <p:nvPr/>
        </p:nvSpPr>
        <p:spPr>
          <a:xfrm>
            <a:off x="1171575" y="3503300"/>
            <a:ext cx="4171800" cy="9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grpSp>
        <p:nvGrpSpPr>
          <p:cNvPr id="4" name="Groupe 3"/>
          <p:cNvGrpSpPr/>
          <p:nvPr/>
        </p:nvGrpSpPr>
        <p:grpSpPr>
          <a:xfrm>
            <a:off x="868646" y="1017725"/>
            <a:ext cx="8144092" cy="3766308"/>
            <a:chOff x="904365" y="1122048"/>
            <a:chExt cx="8144092" cy="3766308"/>
          </a:xfrm>
        </p:grpSpPr>
        <p:grpSp>
          <p:nvGrpSpPr>
            <p:cNvPr id="66" name="Google Shape;66;p14"/>
            <p:cNvGrpSpPr/>
            <p:nvPr/>
          </p:nvGrpSpPr>
          <p:grpSpPr>
            <a:xfrm>
              <a:off x="904365" y="1122048"/>
              <a:ext cx="8144092" cy="3744853"/>
              <a:chOff x="1152045" y="36845"/>
              <a:chExt cx="8516253" cy="3950684"/>
            </a:xfrm>
          </p:grpSpPr>
          <p:sp>
            <p:nvSpPr>
              <p:cNvPr id="67" name="Google Shape;67;p14"/>
              <p:cNvSpPr/>
              <p:nvPr/>
            </p:nvSpPr>
            <p:spPr>
              <a:xfrm>
                <a:off x="4937071" y="669260"/>
                <a:ext cx="3469500" cy="198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60476"/>
                    </a:lnTo>
                    <a:lnTo>
                      <a:pt x="120000" y="60476"/>
                    </a:lnTo>
                    <a:lnTo>
                      <a:pt x="120000" y="120000"/>
                    </a:lnTo>
                  </a:path>
                </a:pathLst>
              </a:custGeom>
              <a:noFill/>
              <a:ln w="12700" cap="flat" cmpd="sng">
                <a:solidFill>
                  <a:srgbClr val="B0211C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68" name="Google Shape;68;p14"/>
              <p:cNvSpPr/>
              <p:nvPr/>
            </p:nvSpPr>
            <p:spPr>
              <a:xfrm>
                <a:off x="6626155" y="3157915"/>
                <a:ext cx="91500" cy="198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60000" y="120000"/>
                    </a:lnTo>
                  </a:path>
                </a:pathLst>
              </a:custGeom>
              <a:noFill/>
              <a:ln w="12700" cap="flat" cmpd="sng">
                <a:solidFill>
                  <a:srgbClr val="C9262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69" name="Google Shape;69;p14"/>
              <p:cNvSpPr/>
              <p:nvPr/>
            </p:nvSpPr>
            <p:spPr>
              <a:xfrm>
                <a:off x="6626155" y="2328363"/>
                <a:ext cx="91500" cy="198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60000" y="120000"/>
                    </a:lnTo>
                  </a:path>
                </a:pathLst>
              </a:custGeom>
              <a:noFill/>
              <a:ln w="12700" cap="flat" cmpd="sng">
                <a:solidFill>
                  <a:srgbClr val="C9262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70" name="Google Shape;70;p14"/>
              <p:cNvSpPr/>
              <p:nvPr/>
            </p:nvSpPr>
            <p:spPr>
              <a:xfrm>
                <a:off x="6626155" y="1498812"/>
                <a:ext cx="91500" cy="198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60000" y="120000"/>
                    </a:lnTo>
                  </a:path>
                </a:pathLst>
              </a:custGeom>
              <a:noFill/>
              <a:ln w="12700" cap="flat" cmpd="sng">
                <a:solidFill>
                  <a:srgbClr val="C9262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71" name="Google Shape;71;p14"/>
              <p:cNvSpPr/>
              <p:nvPr/>
            </p:nvSpPr>
            <p:spPr>
              <a:xfrm>
                <a:off x="4937071" y="669260"/>
                <a:ext cx="1734900" cy="198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60476"/>
                    </a:lnTo>
                    <a:lnTo>
                      <a:pt x="119999" y="60476"/>
                    </a:lnTo>
                    <a:lnTo>
                      <a:pt x="119999" y="120000"/>
                    </a:lnTo>
                  </a:path>
                </a:pathLst>
              </a:custGeom>
              <a:noFill/>
              <a:ln w="12700" cap="flat" cmpd="sng">
                <a:solidFill>
                  <a:srgbClr val="B0211C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72" name="Google Shape;72;p14"/>
              <p:cNvSpPr/>
              <p:nvPr/>
            </p:nvSpPr>
            <p:spPr>
              <a:xfrm>
                <a:off x="4891351" y="669260"/>
                <a:ext cx="91500" cy="198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60000" y="120000"/>
                    </a:lnTo>
                  </a:path>
                </a:pathLst>
              </a:custGeom>
              <a:noFill/>
              <a:ln w="12700" cap="flat" cmpd="sng">
                <a:solidFill>
                  <a:srgbClr val="B0211C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73" name="Google Shape;73;p14"/>
              <p:cNvSpPr/>
              <p:nvPr/>
            </p:nvSpPr>
            <p:spPr>
              <a:xfrm>
                <a:off x="3202267" y="1498812"/>
                <a:ext cx="1734900" cy="198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60476"/>
                    </a:lnTo>
                    <a:lnTo>
                      <a:pt x="119999" y="60476"/>
                    </a:lnTo>
                    <a:lnTo>
                      <a:pt x="119999" y="120000"/>
                    </a:lnTo>
                  </a:path>
                </a:pathLst>
              </a:custGeom>
              <a:noFill/>
              <a:ln w="12700" cap="flat" cmpd="sng">
                <a:solidFill>
                  <a:srgbClr val="C9262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74" name="Google Shape;74;p14"/>
              <p:cNvSpPr/>
              <p:nvPr/>
            </p:nvSpPr>
            <p:spPr>
              <a:xfrm>
                <a:off x="3156547" y="1498812"/>
                <a:ext cx="91500" cy="198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60000" y="120000"/>
                    </a:lnTo>
                  </a:path>
                </a:pathLst>
              </a:custGeom>
              <a:noFill/>
              <a:ln w="12700" cap="flat" cmpd="sng">
                <a:solidFill>
                  <a:srgbClr val="C9262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75" name="Google Shape;75;p14"/>
              <p:cNvSpPr/>
              <p:nvPr/>
            </p:nvSpPr>
            <p:spPr>
              <a:xfrm>
                <a:off x="1467463" y="1498812"/>
                <a:ext cx="1734900" cy="198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9999" y="0"/>
                    </a:moveTo>
                    <a:lnTo>
                      <a:pt x="119999" y="60476"/>
                    </a:lnTo>
                    <a:lnTo>
                      <a:pt x="0" y="60476"/>
                    </a:lnTo>
                    <a:lnTo>
                      <a:pt x="0" y="120000"/>
                    </a:lnTo>
                  </a:path>
                </a:pathLst>
              </a:custGeom>
              <a:noFill/>
              <a:ln w="12700" cap="flat" cmpd="sng">
                <a:solidFill>
                  <a:srgbClr val="C9262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76" name="Google Shape;76;p14"/>
              <p:cNvSpPr/>
              <p:nvPr/>
            </p:nvSpPr>
            <p:spPr>
              <a:xfrm>
                <a:off x="3202267" y="669260"/>
                <a:ext cx="1734900" cy="198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9999" y="0"/>
                    </a:moveTo>
                    <a:lnTo>
                      <a:pt x="119999" y="60476"/>
                    </a:lnTo>
                    <a:lnTo>
                      <a:pt x="0" y="60476"/>
                    </a:lnTo>
                    <a:lnTo>
                      <a:pt x="0" y="120000"/>
                    </a:lnTo>
                  </a:path>
                </a:pathLst>
              </a:custGeom>
              <a:noFill/>
              <a:ln w="12700" cap="flat" cmpd="sng">
                <a:solidFill>
                  <a:srgbClr val="B0211C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77" name="Google Shape;77;p14"/>
              <p:cNvSpPr/>
              <p:nvPr/>
            </p:nvSpPr>
            <p:spPr>
              <a:xfrm>
                <a:off x="1467463" y="669260"/>
                <a:ext cx="3469500" cy="198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0"/>
                    </a:moveTo>
                    <a:lnTo>
                      <a:pt x="120000" y="60476"/>
                    </a:lnTo>
                    <a:lnTo>
                      <a:pt x="0" y="60476"/>
                    </a:lnTo>
                    <a:lnTo>
                      <a:pt x="0" y="120000"/>
                    </a:lnTo>
                  </a:path>
                </a:pathLst>
              </a:custGeom>
              <a:noFill/>
              <a:ln w="12700" cap="flat" cmpd="sng">
                <a:solidFill>
                  <a:srgbClr val="B0211C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78" name="Google Shape;78;p14"/>
              <p:cNvSpPr/>
              <p:nvPr/>
            </p:nvSpPr>
            <p:spPr>
              <a:xfrm>
                <a:off x="4621652" y="38422"/>
                <a:ext cx="630900" cy="630900"/>
              </a:xfrm>
              <a:prstGeom prst="ellipse">
                <a:avLst/>
              </a:prstGeom>
              <a:blipFill rotWithShape="1">
                <a:blip r:embed="rId3">
                  <a:alphaModFix/>
                </a:blip>
                <a:stretch>
                  <a:fillRect/>
                </a:stretch>
              </a:blipFill>
              <a:ln w="127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14"/>
              <p:cNvSpPr/>
              <p:nvPr/>
            </p:nvSpPr>
            <p:spPr>
              <a:xfrm>
                <a:off x="5252490" y="36845"/>
                <a:ext cx="9462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14"/>
              <p:cNvSpPr txBox="1"/>
              <p:nvPr/>
            </p:nvSpPr>
            <p:spPr>
              <a:xfrm>
                <a:off x="5252490" y="36845"/>
                <a:ext cx="9462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9525" tIns="49525" rIns="49525" bIns="49525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1300" b="1">
                    <a:solidFill>
                      <a:srgbClr val="FFFFFF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Menu</a:t>
                </a:r>
                <a:endParaRPr sz="1300" b="1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81" name="Google Shape;81;p14"/>
              <p:cNvSpPr/>
              <p:nvPr/>
            </p:nvSpPr>
            <p:spPr>
              <a:xfrm>
                <a:off x="1152045" y="867974"/>
                <a:ext cx="630900" cy="630900"/>
              </a:xfrm>
              <a:prstGeom prst="ellipse">
                <a:avLst/>
              </a:prstGeom>
              <a:blipFill rotWithShape="1">
                <a:blip r:embed="rId4">
                  <a:alphaModFix/>
                </a:blip>
                <a:stretch>
                  <a:fillRect/>
                </a:stretch>
              </a:blipFill>
              <a:ln w="127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14"/>
              <p:cNvSpPr/>
              <p:nvPr/>
            </p:nvSpPr>
            <p:spPr>
              <a:xfrm>
                <a:off x="1782882" y="866397"/>
                <a:ext cx="9462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14"/>
              <p:cNvSpPr txBox="1"/>
              <p:nvPr/>
            </p:nvSpPr>
            <p:spPr>
              <a:xfrm>
                <a:off x="1782882" y="866397"/>
                <a:ext cx="9462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9525" tIns="49525" rIns="49525" bIns="49525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1300">
                    <a:solidFill>
                      <a:srgbClr val="CCCCCC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Accueil</a:t>
                </a:r>
                <a:endParaRPr sz="1300">
                  <a:solidFill>
                    <a:srgbClr val="CCCCCC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84" name="Google Shape;84;p14"/>
              <p:cNvSpPr/>
              <p:nvPr/>
            </p:nvSpPr>
            <p:spPr>
              <a:xfrm>
                <a:off x="2886848" y="867974"/>
                <a:ext cx="630900" cy="630900"/>
              </a:xfrm>
              <a:prstGeom prst="ellipse">
                <a:avLst/>
              </a:prstGeom>
              <a:blipFill rotWithShape="1">
                <a:blip r:embed="rId5">
                  <a:alphaModFix/>
                </a:blip>
                <a:stretch>
                  <a:fillRect/>
                </a:stretch>
              </a:blipFill>
              <a:ln w="127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14"/>
              <p:cNvSpPr/>
              <p:nvPr/>
            </p:nvSpPr>
            <p:spPr>
              <a:xfrm>
                <a:off x="3517686" y="866397"/>
                <a:ext cx="9462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4"/>
              <p:cNvSpPr txBox="1"/>
              <p:nvPr/>
            </p:nvSpPr>
            <p:spPr>
              <a:xfrm>
                <a:off x="3517686" y="866397"/>
                <a:ext cx="9462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9525" tIns="49525" rIns="49525" bIns="49525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1300" b="1" dirty="0">
                    <a:solidFill>
                      <a:srgbClr val="FFFFFF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Catégories</a:t>
                </a:r>
                <a:endParaRPr sz="1300" b="1" dirty="0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87" name="Google Shape;87;p14"/>
              <p:cNvSpPr/>
              <p:nvPr/>
            </p:nvSpPr>
            <p:spPr>
              <a:xfrm>
                <a:off x="1152045" y="1697526"/>
                <a:ext cx="630900" cy="630900"/>
              </a:xfrm>
              <a:prstGeom prst="ellipse">
                <a:avLst/>
              </a:prstGeom>
              <a:blipFill rotWithShape="1">
                <a:blip r:embed="rId6">
                  <a:alphaModFix/>
                </a:blip>
                <a:stretch>
                  <a:fillRect/>
                </a:stretch>
              </a:blipFill>
              <a:ln w="127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14"/>
              <p:cNvSpPr/>
              <p:nvPr/>
            </p:nvSpPr>
            <p:spPr>
              <a:xfrm>
                <a:off x="1782882" y="1695949"/>
                <a:ext cx="9462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4"/>
              <p:cNvSpPr txBox="1"/>
              <p:nvPr/>
            </p:nvSpPr>
            <p:spPr>
              <a:xfrm>
                <a:off x="1782883" y="1694372"/>
                <a:ext cx="1035916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9525" tIns="49525" rIns="49525" bIns="49525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CA" sz="1300" b="1" dirty="0">
                    <a:solidFill>
                      <a:srgbClr val="FFFFFF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Femmes</a:t>
                </a:r>
                <a:endParaRPr lang="fr" sz="1300" b="1" dirty="0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90" name="Google Shape;90;p14"/>
              <p:cNvSpPr/>
              <p:nvPr/>
            </p:nvSpPr>
            <p:spPr>
              <a:xfrm>
                <a:off x="2916589" y="1694372"/>
                <a:ext cx="630900" cy="630900"/>
              </a:xfrm>
              <a:prstGeom prst="ellipse">
                <a:avLst/>
              </a:prstGeom>
              <a:blipFill rotWithShape="1">
                <a:blip r:embed="rId6">
                  <a:alphaModFix/>
                </a:blip>
                <a:stretch>
                  <a:fillRect/>
                </a:stretch>
              </a:blipFill>
              <a:ln w="127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14"/>
              <p:cNvSpPr/>
              <p:nvPr/>
            </p:nvSpPr>
            <p:spPr>
              <a:xfrm>
                <a:off x="3517686" y="1695949"/>
                <a:ext cx="9462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4"/>
              <p:cNvSpPr txBox="1"/>
              <p:nvPr/>
            </p:nvSpPr>
            <p:spPr>
              <a:xfrm>
                <a:off x="3517683" y="1695962"/>
                <a:ext cx="11040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9525" tIns="49525" rIns="49525" bIns="49525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1300" b="1" dirty="0">
                    <a:solidFill>
                      <a:srgbClr val="FFFFFF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 Hommes</a:t>
                </a:r>
                <a:endParaRPr sz="1300" b="1" dirty="0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93" name="Google Shape;93;p14"/>
              <p:cNvSpPr/>
              <p:nvPr/>
            </p:nvSpPr>
            <p:spPr>
              <a:xfrm>
                <a:off x="4621652" y="1697526"/>
                <a:ext cx="630900" cy="630900"/>
              </a:xfrm>
              <a:prstGeom prst="ellipse">
                <a:avLst/>
              </a:prstGeom>
              <a:blipFill rotWithShape="1">
                <a:blip r:embed="rId6">
                  <a:alphaModFix/>
                </a:blip>
                <a:stretch>
                  <a:fillRect/>
                </a:stretch>
              </a:blipFill>
              <a:ln w="127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4"/>
              <p:cNvSpPr/>
              <p:nvPr/>
            </p:nvSpPr>
            <p:spPr>
              <a:xfrm>
                <a:off x="5252490" y="1695949"/>
                <a:ext cx="9462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4"/>
              <p:cNvSpPr txBox="1"/>
              <p:nvPr/>
            </p:nvSpPr>
            <p:spPr>
              <a:xfrm>
                <a:off x="5252490" y="1695949"/>
                <a:ext cx="1074226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9525" tIns="49525" rIns="49525" bIns="49525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CA" sz="1300" b="1" dirty="0">
                    <a:solidFill>
                      <a:srgbClr val="FFFFFF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Enfants</a:t>
                </a:r>
                <a:endParaRPr sz="1300" b="1" dirty="0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96" name="Google Shape;96;p14"/>
              <p:cNvSpPr/>
              <p:nvPr/>
            </p:nvSpPr>
            <p:spPr>
              <a:xfrm>
                <a:off x="4621652" y="867974"/>
                <a:ext cx="630900" cy="630900"/>
              </a:xfrm>
              <a:prstGeom prst="ellipse">
                <a:avLst/>
              </a:prstGeom>
              <a:blipFill rotWithShape="1">
                <a:blip r:embed="rId7">
                  <a:alphaModFix/>
                </a:blip>
                <a:stretch>
                  <a:fillRect/>
                </a:stretch>
              </a:blipFill>
              <a:ln w="127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4"/>
              <p:cNvSpPr/>
              <p:nvPr/>
            </p:nvSpPr>
            <p:spPr>
              <a:xfrm>
                <a:off x="5252490" y="866397"/>
                <a:ext cx="9462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14"/>
              <p:cNvSpPr txBox="1"/>
              <p:nvPr/>
            </p:nvSpPr>
            <p:spPr>
              <a:xfrm>
                <a:off x="5252490" y="866397"/>
                <a:ext cx="9462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9525" tIns="49525" rIns="49525" bIns="49525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1300" b="1" dirty="0">
                    <a:solidFill>
                      <a:srgbClr val="FFFFFF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Mission</a:t>
                </a:r>
                <a:endParaRPr sz="1300" b="1" dirty="0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99" name="Google Shape;99;p14"/>
              <p:cNvSpPr/>
              <p:nvPr/>
            </p:nvSpPr>
            <p:spPr>
              <a:xfrm>
                <a:off x="6356456" y="867974"/>
                <a:ext cx="630900" cy="630900"/>
              </a:xfrm>
              <a:prstGeom prst="ellipse">
                <a:avLst/>
              </a:prstGeom>
              <a:blipFill rotWithShape="1">
                <a:blip r:embed="rId8">
                  <a:alphaModFix/>
                </a:blip>
                <a:stretch>
                  <a:fillRect/>
                </a:stretch>
              </a:blipFill>
              <a:ln w="127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4"/>
              <p:cNvSpPr/>
              <p:nvPr/>
            </p:nvSpPr>
            <p:spPr>
              <a:xfrm>
                <a:off x="6987294" y="866397"/>
                <a:ext cx="9462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4"/>
              <p:cNvSpPr txBox="1"/>
              <p:nvPr/>
            </p:nvSpPr>
            <p:spPr>
              <a:xfrm>
                <a:off x="6987294" y="866397"/>
                <a:ext cx="9462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9525" tIns="49525" rIns="49525" bIns="49525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1300" b="1">
                    <a:solidFill>
                      <a:srgbClr val="FFFFFF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Espace</a:t>
                </a:r>
                <a:endParaRPr sz="1300" b="1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1300" b="1">
                    <a:solidFill>
                      <a:srgbClr val="FFFFFF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membre</a:t>
                </a:r>
                <a:endParaRPr sz="1300" b="1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102" name="Google Shape;102;p14"/>
              <p:cNvSpPr/>
              <p:nvPr/>
            </p:nvSpPr>
            <p:spPr>
              <a:xfrm>
                <a:off x="6356456" y="1697526"/>
                <a:ext cx="630900" cy="630900"/>
              </a:xfrm>
              <a:prstGeom prst="ellipse">
                <a:avLst/>
              </a:prstGeom>
              <a:blipFill rotWithShape="1">
                <a:blip r:embed="rId9">
                  <a:alphaModFix/>
                </a:blip>
                <a:stretch>
                  <a:fillRect/>
                </a:stretch>
              </a:blipFill>
              <a:ln w="127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4"/>
              <p:cNvSpPr/>
              <p:nvPr/>
            </p:nvSpPr>
            <p:spPr>
              <a:xfrm>
                <a:off x="6987294" y="1695949"/>
                <a:ext cx="9462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14"/>
              <p:cNvSpPr txBox="1"/>
              <p:nvPr/>
            </p:nvSpPr>
            <p:spPr>
              <a:xfrm>
                <a:off x="6987294" y="1695949"/>
                <a:ext cx="9462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9525" tIns="49525" rIns="49525" bIns="49525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1300" b="1">
                    <a:solidFill>
                      <a:srgbClr val="FFFFFF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Mes infos</a:t>
                </a:r>
                <a:endParaRPr sz="1300" b="1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105" name="Google Shape;105;p14"/>
              <p:cNvSpPr/>
              <p:nvPr/>
            </p:nvSpPr>
            <p:spPr>
              <a:xfrm>
                <a:off x="6356456" y="2527077"/>
                <a:ext cx="630900" cy="630900"/>
              </a:xfrm>
              <a:prstGeom prst="ellipse">
                <a:avLst/>
              </a:prstGeom>
              <a:blipFill rotWithShape="1">
                <a:blip r:embed="rId9">
                  <a:alphaModFix/>
                </a:blip>
                <a:stretch>
                  <a:fillRect/>
                </a:stretch>
              </a:blipFill>
              <a:ln w="127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4"/>
              <p:cNvSpPr/>
              <p:nvPr/>
            </p:nvSpPr>
            <p:spPr>
              <a:xfrm>
                <a:off x="6987294" y="2525500"/>
                <a:ext cx="9462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4"/>
              <p:cNvSpPr txBox="1"/>
              <p:nvPr/>
            </p:nvSpPr>
            <p:spPr>
              <a:xfrm>
                <a:off x="6987311" y="2525506"/>
                <a:ext cx="13167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9525" tIns="49525" rIns="49525" bIns="49525" anchor="ctr" anchorCtr="0">
                <a:noAutofit/>
              </a:bodyPr>
              <a:lstStyle/>
              <a:p>
                <a:pPr marL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1300" b="1">
                    <a:solidFill>
                      <a:srgbClr val="FFFFFF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Mes zines</a:t>
                </a:r>
                <a:endParaRPr sz="1300" b="1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108" name="Google Shape;108;p14"/>
              <p:cNvSpPr/>
              <p:nvPr/>
            </p:nvSpPr>
            <p:spPr>
              <a:xfrm>
                <a:off x="6356456" y="3356629"/>
                <a:ext cx="630900" cy="630900"/>
              </a:xfrm>
              <a:prstGeom prst="ellipse">
                <a:avLst/>
              </a:prstGeom>
              <a:blipFill rotWithShape="1">
                <a:blip r:embed="rId9">
                  <a:alphaModFix/>
                </a:blip>
                <a:stretch>
                  <a:fillRect/>
                </a:stretch>
              </a:blipFill>
              <a:ln w="127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4"/>
              <p:cNvSpPr/>
              <p:nvPr/>
            </p:nvSpPr>
            <p:spPr>
              <a:xfrm>
                <a:off x="6987294" y="3355052"/>
                <a:ext cx="9462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4"/>
              <p:cNvSpPr txBox="1"/>
              <p:nvPr/>
            </p:nvSpPr>
            <p:spPr>
              <a:xfrm>
                <a:off x="6987294" y="3355052"/>
                <a:ext cx="9462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9525" tIns="49525" rIns="49525" bIns="49525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1300" b="1">
                    <a:solidFill>
                      <a:srgbClr val="FFFFFF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Paiement</a:t>
                </a:r>
                <a:endParaRPr sz="1300" b="1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111" name="Google Shape;111;p14"/>
              <p:cNvSpPr/>
              <p:nvPr/>
            </p:nvSpPr>
            <p:spPr>
              <a:xfrm>
                <a:off x="8091260" y="867974"/>
                <a:ext cx="630900" cy="630900"/>
              </a:xfrm>
              <a:prstGeom prst="ellipse">
                <a:avLst/>
              </a:prstGeom>
              <a:blipFill rotWithShape="1">
                <a:blip r:embed="rId10">
                  <a:alphaModFix/>
                </a:blip>
                <a:stretch>
                  <a:fillRect/>
                </a:stretch>
              </a:blipFill>
              <a:ln w="127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4"/>
              <p:cNvSpPr/>
              <p:nvPr/>
            </p:nvSpPr>
            <p:spPr>
              <a:xfrm>
                <a:off x="8722098" y="866397"/>
                <a:ext cx="9462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4"/>
              <p:cNvSpPr txBox="1"/>
              <p:nvPr/>
            </p:nvSpPr>
            <p:spPr>
              <a:xfrm>
                <a:off x="8722098" y="866397"/>
                <a:ext cx="946200" cy="63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9525" tIns="49525" rIns="49525" bIns="49525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1300" b="1">
                    <a:solidFill>
                      <a:srgbClr val="FFFFFF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Contact</a:t>
                </a:r>
                <a:endParaRPr sz="1300" b="1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</p:grpSp>
        <p:sp>
          <p:nvSpPr>
            <p:cNvPr id="3" name="Rectangle 2"/>
            <p:cNvSpPr/>
            <p:nvPr/>
          </p:nvSpPr>
          <p:spPr>
            <a:xfrm>
              <a:off x="5825052" y="2516416"/>
              <a:ext cx="1663796" cy="2371940"/>
            </a:xfrm>
            <a:prstGeom prst="rect">
              <a:avLst/>
            </a:prstGeom>
            <a:solidFill>
              <a:srgbClr val="3747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8465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Plan des URL (Site jewelrybypc.net)</a:t>
            </a:r>
            <a:endParaRPr dirty="0"/>
          </a:p>
        </p:txBody>
      </p:sp>
      <p:sp>
        <p:nvSpPr>
          <p:cNvPr id="120" name="Google Shape;120;p15"/>
          <p:cNvSpPr txBox="1">
            <a:spLocks noGrp="1"/>
          </p:cNvSpPr>
          <p:nvPr>
            <p:ph type="body" idx="1"/>
          </p:nvPr>
        </p:nvSpPr>
        <p:spPr>
          <a:xfrm>
            <a:off x="1123949" y="1307850"/>
            <a:ext cx="4819651" cy="2214283"/>
          </a:xfrm>
          <a:prstGeom prst="rect">
            <a:avLst/>
          </a:prstGeom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dirty="0"/>
              <a:t>URL SÉMANTIQUES</a:t>
            </a: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dirty="0"/>
              <a:t>www.jewelrybypc.com/</a:t>
            </a: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dirty="0"/>
              <a:t>www.jewelrybypc.com</a:t>
            </a:r>
            <a:r>
              <a:rPr lang="fr" sz="1000"/>
              <a:t>/categories</a:t>
            </a:r>
            <a:r>
              <a:rPr lang="fr" sz="1000" dirty="0"/>
              <a:t>/</a:t>
            </a: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dirty="0"/>
              <a:t>www.jewelrybypc.com/categories/femmes/</a:t>
            </a: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u="sng" dirty="0">
                <a:solidFill>
                  <a:schemeClr val="hlink"/>
                </a:solidFill>
                <a:hlinkClick r:id="rId3"/>
              </a:rPr>
              <a:t>www.jewelrybypc.com/categories/hommes/</a:t>
            </a: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u="sng" dirty="0">
                <a:solidFill>
                  <a:schemeClr val="hlink"/>
                </a:solidFill>
                <a:hlinkClick r:id="rId4"/>
              </a:rPr>
              <a:t>www.jewelrybypc.com/categories/enfants/</a:t>
            </a: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u="sng" dirty="0">
                <a:solidFill>
                  <a:schemeClr val="hlink"/>
                </a:solidFill>
                <a:hlinkClick r:id="rId5"/>
              </a:rPr>
              <a:t>www.jewelrybypc.com/espace-membre/</a:t>
            </a: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u="sng" dirty="0">
                <a:solidFill>
                  <a:schemeClr val="hlink"/>
                </a:solidFill>
              </a:rPr>
              <a:t>www.jewelrybypc.com/misson/</a:t>
            </a: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u="sng" dirty="0">
                <a:solidFill>
                  <a:schemeClr val="hlink"/>
                </a:solidFill>
                <a:hlinkClick r:id="rId6"/>
              </a:rPr>
              <a:t>www.jewelrybypc.com/contact/</a:t>
            </a:r>
            <a:r>
              <a:rPr lang="fr" sz="1000" dirty="0"/>
              <a:t> </a:t>
            </a: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dirty="0"/>
              <a:t> </a:t>
            </a: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109</Words>
  <Application>Microsoft Office PowerPoint</Application>
  <PresentationFormat>Affichage à l'écran (16:9)</PresentationFormat>
  <Paragraphs>28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</vt:lpstr>
      <vt:lpstr>Oswald</vt:lpstr>
      <vt:lpstr>Average</vt:lpstr>
      <vt:lpstr>Questrial</vt:lpstr>
      <vt:lpstr>Slate</vt:lpstr>
      <vt:lpstr>Diagramme et plan de navigation</vt:lpstr>
      <vt:lpstr>Diagramme de navigation</vt:lpstr>
      <vt:lpstr>Plan des URL (Site jewelrybypc.net)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Diagramme et plan de navigation</dc:title>
  <dc:creator>Bruno Harrisson</dc:creator>
  <cp:lastModifiedBy>Pascale Candice Ngouekamg Talla</cp:lastModifiedBy>
  <cp:revision>5</cp:revision>
  <dcterms:modified xsi:type="dcterms:W3CDTF">2023-09-26T15:36:47Z</dcterms:modified>
</cp:coreProperties>
</file>